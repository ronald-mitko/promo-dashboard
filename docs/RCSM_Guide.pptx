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9527"/>
                </a:solidFill>
                <a:latin typeface="Arial"/>
              </a:rPr>
              <a:t>Advantage Solutions  ·  HQ to Retail Connector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B4E"/>
                </a:solidFill>
                <a:latin typeface="Arial"/>
              </a:rPr>
              <a:t>RCSM Guide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4332D"/>
                </a:solidFill>
                <a:latin typeface="Arial"/>
              </a:rPr>
              <a:t>Reviewing, approving, and exporting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993"/>
                </a:solidFill>
                <a:latin typeface="Arial"/>
              </a:rPr>
              <a:t>“We keep commerce and life moving”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Overview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What this tool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4332D"/>
                </a:solidFill>
                <a:latin typeface="Arial"/>
              </a:rPr>
              <a:t>•  You receive everything HQ submitted for your clients, review it, and approve or deny.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Approved work is exported in the format your downstream system needs.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Sign in with username + password; set Settings → Viewing As: RCSM and your RCSM identity.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Items route to you automatically based on the clients you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Getting in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Signing in &amp; your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Sign in with your username and password.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In Settings, confirm Viewing As: RCSM and that your RCSM identity is selected.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Settings popover: Viewing As = RCSM + RCSM identity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Inbox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Your Inbox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Your Inbox shows items routed to you, grouped by client.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Each client group shows estimated minutes of work per store – weigh it against the contracted amount you know for that client.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Inbox grouped by client with est. minutes/store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Review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Reviewing an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Click Review details to expand an item.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Priority: shows per-store time and details.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3.  Home Location Check: shows work-flag stats (avg/max/min per store, total) and estimated time.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4.  Authorize: shows the new/existing items and chains to check for correctness.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Expanded review panel for an item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Approve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Approving a Home Location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Click Approve.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You must pick a Reason (M, Z, A, B, P, N) and a frequency (Work once / Work every) before confirming.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3.  The exported reason code is the letter, doubled for ‘work every’ (e.g., M + work every = MM).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Approve → Reason + Work once/every selectors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Approve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Approving other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Click Approve – priorities and authorizations don’t require a reason.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Approving reveals the Export option.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Approve button on a priority/authorize item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Deny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Denying an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Click Reject.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A reason is required before you can confirm.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3.  The item returns to HQ, editable, so they can fix and resubmit.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Reject flow – reason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Export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Exporting approved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Once an item is approved, click Export to download the CSV in the downstream format.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Home Location Checks export in the WORKFLAG1 layout: one row per store × item.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Export button / downloaded 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Admin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Manage RCSMs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Assign which clients each RCSM owns – this is what routes submissions.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Set each RCSM’s notification email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RCSMs tab – assign clients + notification email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Admin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Manage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Add users one at a time or in bulk (paste names + one default password).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Send invite links or reset passwords as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Manage Users modal (add / bulk add / invite / reset)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Remember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The per-store minutes is your quick check against the client’s contracted amount.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Always give a clear reason when rejecting – HQ sees it and fixes the item.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Export only after approving.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Routing depends on client ownership – keep Manage RCSMs up to 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Appendix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Screenshots to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1.  Settings popover: Viewing As = RCSM + RCSM identity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2.  Inbox grouped by client with est. minutes/store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3.  Expanded review panel for an item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4.  Approve → Reason + Work once/every selectors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5.  Approve button on a priority/authorize item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6.  Reject flow – reason required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7.  Export button / downloaded CSV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8.  RCSMs tab – assign clients + notification email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9.  Manage Users modal (add / bulk add / invite / reset)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