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F9527"/>
                </a:solidFill>
                <a:latin typeface="Arial"/>
              </a:rPr>
              <a:t>Advantage Solutions  ·  HQ to Retail Connector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007B4E"/>
                </a:solidFill>
                <a:latin typeface="Arial"/>
              </a:rPr>
              <a:t>HQ User Guide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4332D"/>
                </a:solidFill>
                <a:latin typeface="Arial"/>
              </a:rPr>
              <a:t>Entering and submitting retail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9993"/>
                </a:solidFill>
                <a:latin typeface="Arial"/>
              </a:rPr>
              <a:t>“We keep commerce and life moving”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Overview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What this tool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4332D"/>
                </a:solidFill>
                <a:latin typeface="Arial"/>
              </a:rPr>
              <a:t>•  A two-role web tool for entering and approving upcoming retail work.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4332D"/>
                </a:solidFill>
                <a:latin typeface="Arial"/>
              </a:rPr>
              <a:t>•  HQ enters priorities, authorizations, and home-location checks, then submits them.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4332D"/>
                </a:solidFill>
                <a:latin typeface="Arial"/>
              </a:rPr>
              <a:t>•  Each submission routes automatically to the RCSM who owns that client.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4332D"/>
                </a:solidFill>
                <a:latin typeface="Arial"/>
              </a:rPr>
              <a:t>•  Sign in with a username + password. Switch roles under Settings (gear) → Viewing As.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4332D"/>
                </a:solidFill>
                <a:latin typeface="Arial"/>
              </a:rPr>
              <a:t>•  Every submission starts with a required confirmation that the client is contracted for retail work in the submitted accounts.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Getting in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Signing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1.  Go to the site URL.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2.  Enter your username and password.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3.  First-time users: open your invite link to set a password, or use the default password you were given.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4.  Change your password anytime under Settings → Change password.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737360"/>
            <a:ext cx="448056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B4E"/>
                </a:solidFill>
                <a:latin typeface="Arial"/>
              </a:rPr>
              <a:t>📷  SCREENSHOT</a:t>
            </a:r>
          </a:p>
          <a:p>
            <a:pPr algn="ctr"/>
            <a:r>
              <a:rPr sz="1100">
                <a:solidFill>
                  <a:srgbClr val="8A9993"/>
                </a:solidFill>
                <a:latin typeface="Arial"/>
              </a:rPr>
              <a:t>Login screen (username + password)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Home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The home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1.  From the home screen pick one: Add priority, Authorize items, or View current priorities.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2.  Everything you submit here goes to the owning RCSM for approval.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737360"/>
            <a:ext cx="448056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B4E"/>
                </a:solidFill>
                <a:latin typeface="Arial"/>
              </a:rPr>
              <a:t>📷  SCREENSHOT</a:t>
            </a:r>
          </a:p>
          <a:p>
            <a:pPr algn="ctr"/>
            <a:r>
              <a:rPr sz="1100">
                <a:solidFill>
                  <a:srgbClr val="8A9993"/>
                </a:solidFill>
                <a:latin typeface="Arial"/>
              </a:rPr>
              <a:t>Launcher: Add priority / Authorize items / View current priorities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Priorities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Add a priority – choose the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1.  Click Add priority.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2.  Choose Shelf Conditions (→ Home Location Check) or Promotion / Display.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3.  A Bulk upload option also appears here for many promotions at once.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737360"/>
            <a:ext cx="448056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B4E"/>
                </a:solidFill>
                <a:latin typeface="Arial"/>
              </a:rPr>
              <a:t>📷  SCREENSHOT</a:t>
            </a:r>
          </a:p>
          <a:p>
            <a:pPr algn="ctr"/>
            <a:r>
              <a:rPr sz="1100">
                <a:solidFill>
                  <a:srgbClr val="8A9993"/>
                </a:solidFill>
                <a:latin typeface="Arial"/>
              </a:rPr>
              <a:t>‘What kind of priority?’ panel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Priorities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Enter a Promotion / Display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1.  Check the contract-confirmation box to continue.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2.  Fill: Client, Chains, Product, Brand, Category, Promo Type (TPR / Feature / Display / Feature and Display).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3.  Add Start &amp; End dates, Mechanic, Retail &amp; Promo price, Expected lift, Display.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4.  Set Photo Requested? (Yes/No) and optionally attach a file (photo, planogram, PDF).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5.  Click Add – it lands in your list as a draft.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737360"/>
            <a:ext cx="448056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B4E"/>
                </a:solidFill>
                <a:latin typeface="Arial"/>
              </a:rPr>
              <a:t>📷  SCREENSHOT</a:t>
            </a:r>
          </a:p>
          <a:p>
            <a:pPr algn="ctr"/>
            <a:r>
              <a:rPr sz="1100">
                <a:solidFill>
                  <a:srgbClr val="8A9993"/>
                </a:solidFill>
                <a:latin typeface="Arial"/>
              </a:rPr>
              <a:t>Promotion/Display entry 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Priorities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Bulk upload promotions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1.  On the Promotion / Display launcher, click Bulk upload.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2.  Pick Team + Client, then Download template.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3.  Fill it in Excel – Chains, Promo Type, and Photo are dropdowns; dates are YYYY-MM-DD.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4.  Upload the filled template, review the drafts, then submit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737360"/>
            <a:ext cx="448056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B4E"/>
                </a:solidFill>
                <a:latin typeface="Arial"/>
              </a:rPr>
              <a:t>📷  SCREENSHOT</a:t>
            </a:r>
          </a:p>
          <a:p>
            <a:pPr algn="ctr"/>
            <a:r>
              <a:rPr sz="1100">
                <a:solidFill>
                  <a:srgbClr val="8A9993"/>
                </a:solidFill>
                <a:latin typeface="Arial"/>
              </a:rPr>
              <a:t>Bulk upload modal (Team/Client + Download template)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Shelf conditions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Home Location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1.  Confirm → Team → Client → Chains (all their stores are included automatically).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2.  Items: check the products to verify.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3.  Dates → Review → Submit to RCSM.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4.  Bulk upload is available too (chain dropdown that splits into stores on upload).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737360"/>
            <a:ext cx="448056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B4E"/>
                </a:solidFill>
                <a:latin typeface="Arial"/>
              </a:rPr>
              <a:t>📷  SCREENSHOT</a:t>
            </a:r>
          </a:p>
          <a:p>
            <a:pPr algn="ctr"/>
            <a:r>
              <a:rPr sz="1100">
                <a:solidFill>
                  <a:srgbClr val="8A9993"/>
                </a:solidFill>
                <a:latin typeface="Arial"/>
              </a:rPr>
              <a:t>Home Location Check wizard steps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Authorize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Authorize items – two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1.  New item build: enter brand-new UPCs (Brand/Family/Category are dropdowns).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2.  Authorize existing item: search the client’s existing items and pick them.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3.  Wizard: Confirm → Team → Client → items → chains/accounts → Authorization details → Review → Submit.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4.  Bulk upload available for both.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737360"/>
            <a:ext cx="448056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B4E"/>
                </a:solidFill>
                <a:latin typeface="Arial"/>
              </a:rPr>
              <a:t>📷  SCREENSHOT</a:t>
            </a:r>
          </a:p>
          <a:p>
            <a:pPr algn="ctr"/>
            <a:r>
              <a:rPr sz="1100">
                <a:solidFill>
                  <a:srgbClr val="8A9993"/>
                </a:solidFill>
                <a:latin typeface="Arial"/>
              </a:rPr>
              <a:t>Authorize hub: New item build vs Authorize existing item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Submitting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Submitting &amp;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1.  When you submit, the item routes automatically to the RCSM who owns that client.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2.  You do not choose the RCSM – ownership drives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737360"/>
            <a:ext cx="448056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B4E"/>
                </a:solidFill>
                <a:latin typeface="Arial"/>
              </a:rPr>
              <a:t>📷  SCREENSHOT</a:t>
            </a:r>
          </a:p>
          <a:p>
            <a:pPr algn="ctr"/>
            <a:r>
              <a:rPr sz="1100">
                <a:solidFill>
                  <a:srgbClr val="8A9993"/>
                </a:solidFill>
                <a:latin typeface="Arial"/>
              </a:rPr>
              <a:t>Submit button / routed-to confirmation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Tracking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My Submissions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1.  Open My Submissions to track everything you’ve sent.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2.  Status shows Draft, Submitted, Approved, or Rejected, plus who it routed 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737360"/>
            <a:ext cx="448056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B4E"/>
                </a:solidFill>
                <a:latin typeface="Arial"/>
              </a:rPr>
              <a:t>📷  SCREENSHOT</a:t>
            </a:r>
          </a:p>
          <a:p>
            <a:pPr algn="ctr"/>
            <a:r>
              <a:rPr sz="1100">
                <a:solidFill>
                  <a:srgbClr val="8A9993"/>
                </a:solidFill>
                <a:latin typeface="Arial"/>
              </a:rPr>
              <a:t>My Submissions list with status badges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Tracking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If something is rejected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1.  Rejected items show the RCSM’s reason.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2.  Edit the item and Resubmit – it routes back for approval.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737360"/>
            <a:ext cx="448056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B4E"/>
                </a:solidFill>
                <a:latin typeface="Arial"/>
              </a:rPr>
              <a:t>📷  SCREENSHOT</a:t>
            </a:r>
          </a:p>
          <a:p>
            <a:pPr algn="ctr"/>
            <a:r>
              <a:rPr sz="1100">
                <a:solidFill>
                  <a:srgbClr val="8A9993"/>
                </a:solidFill>
                <a:latin typeface="Arial"/>
              </a:rPr>
              <a:t>A rejected item showing the reason + Edit/Resubmit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Reporting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Request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1.  On a submitted or approved priority, click Request reporting.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332D"/>
                </a:solidFill>
                <a:latin typeface="Arial"/>
              </a:rPr>
              <a:t>2.  This creates a reporting request tied to that item.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737360"/>
            <a:ext cx="448056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B4E"/>
                </a:solidFill>
                <a:latin typeface="Arial"/>
              </a:rPr>
              <a:t>📷  SCREENSHOT</a:t>
            </a:r>
          </a:p>
          <a:p>
            <a:pPr algn="ctr"/>
            <a:r>
              <a:rPr sz="1100">
                <a:solidFill>
                  <a:srgbClr val="8A9993"/>
                </a:solidFill>
                <a:latin typeface="Arial"/>
              </a:rPr>
              <a:t>Request reporting button on a submitted item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Remember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4332D"/>
                </a:solidFill>
                <a:latin typeface="Arial"/>
              </a:rPr>
              <a:t>•  Use Bulk upload for many items – download the template, keep its helper sheets intact.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4332D"/>
                </a:solidFill>
                <a:latin typeface="Arial"/>
              </a:rPr>
              <a:t>•  Attachments are optional; add a planogram or photo when it helps the RCSM.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4332D"/>
                </a:solidFill>
                <a:latin typeface="Arial"/>
              </a:rPr>
              <a:t>•  Change your password after first sign-in.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4332D"/>
                </a:solidFill>
                <a:latin typeface="Arial"/>
              </a:rPr>
              <a:t>•  The confirmation box appears on every submission – confirm the client is contracted first.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527"/>
                </a:solidFill>
                <a:latin typeface="Arial"/>
              </a:rPr>
              <a:t>Appendix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007B4E"/>
                </a:solidFill>
                <a:latin typeface="Arial"/>
              </a:rPr>
              <a:t>Screenshots to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4332D"/>
                </a:solidFill>
                <a:latin typeface="Arial"/>
              </a:rPr>
              <a:t>1.  Login screen (username + password)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332D"/>
                </a:solidFill>
                <a:latin typeface="Arial"/>
              </a:rPr>
              <a:t>2.  Launcher: Add priority / Authorize items / View current priorities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332D"/>
                </a:solidFill>
                <a:latin typeface="Arial"/>
              </a:rPr>
              <a:t>3.  ‘What kind of priority?’ panel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332D"/>
                </a:solidFill>
                <a:latin typeface="Arial"/>
              </a:rPr>
              <a:t>4.  Promotion/Display entry form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332D"/>
                </a:solidFill>
                <a:latin typeface="Arial"/>
              </a:rPr>
              <a:t>5.  Bulk upload modal (Team/Client + Download template)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332D"/>
                </a:solidFill>
                <a:latin typeface="Arial"/>
              </a:rPr>
              <a:t>6.  Home Location Check wizard steps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332D"/>
                </a:solidFill>
                <a:latin typeface="Arial"/>
              </a:rPr>
              <a:t>7.  Authorize hub: New item build vs Authorize existing item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332D"/>
                </a:solidFill>
                <a:latin typeface="Arial"/>
              </a:rPr>
              <a:t>8.  Submit button / routed-to confirmation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332D"/>
                </a:solidFill>
                <a:latin typeface="Arial"/>
              </a:rPr>
              <a:t>9.  My Submissions list with status badges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332D"/>
                </a:solidFill>
                <a:latin typeface="Arial"/>
              </a:rPr>
              <a:t>10.  A rejected item showing the reason + Edit/Resubmit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332D"/>
                </a:solidFill>
                <a:latin typeface="Arial"/>
              </a:rPr>
              <a:t>11.  Request reporting button on a submitted item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